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218430" y="297180"/>
            <a:ext cx="2581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日常工作效率提升方案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570355" y="896938"/>
            <a:ext cx="5080000" cy="124523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00000"/>
                </a:solidFill>
              </a:rPr>
              <a:t>1. </a:t>
            </a:r>
            <a:r>
              <a:rPr lang="zh-CN" altLang="en-US" sz="1600" b="0">
                <a:solidFill>
                  <a:srgbClr val="000000"/>
                </a:solidFill>
              </a:rPr>
              <a:t>合理规划每日工作任务，按优先级排序执行</a:t>
            </a:r>
            <a:endParaRPr lang="zh-CN" altLang="en-US" sz="1600" b="0">
              <a:solidFill>
                <a:srgbClr val="000000"/>
              </a:solidFill>
            </a:endParaRPr>
          </a:p>
          <a:p>
            <a:pPr marL="0" inden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sym typeface="+mn-ea"/>
              </a:rPr>
              <a:t>2. </a:t>
            </a:r>
            <a:r>
              <a:rPr lang="zh-CN" altLang="en-US" sz="1600" b="0">
                <a:solidFill>
                  <a:srgbClr val="000000"/>
                </a:solidFill>
              </a:rPr>
              <a:t>减少无效社交与碎片化信息干扰</a:t>
            </a:r>
            <a:endParaRPr lang="zh-CN" altLang="en-US" sz="1600" b="0">
              <a:solidFill>
                <a:srgbClr val="000000"/>
              </a:solidFill>
            </a:endParaRPr>
          </a:p>
          <a:p>
            <a:pPr marL="0" inden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sym typeface="+mn-ea"/>
              </a:rPr>
              <a:t>3. </a:t>
            </a:r>
            <a:r>
              <a:rPr lang="zh-CN" altLang="en-US" sz="1600" b="0">
                <a:solidFill>
                  <a:srgbClr val="000000"/>
                </a:solidFill>
              </a:rPr>
              <a:t>定期复盘工作内容，优化执行流程</a:t>
            </a:r>
            <a:endParaRPr lang="zh-CN" altLang="en-US" sz="1600" b="0">
              <a:solidFill>
                <a:srgbClr val="000000"/>
              </a:solidFill>
            </a:endParaRPr>
          </a:p>
          <a:p>
            <a:pPr marL="0" inden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sym typeface="+mn-ea"/>
              </a:rPr>
              <a:t>4. </a:t>
            </a:r>
            <a:r>
              <a:rPr lang="zh-CN" altLang="en-US" sz="1600" b="0">
                <a:solidFill>
                  <a:srgbClr val="000000"/>
                </a:solidFill>
              </a:rPr>
              <a:t>善用办公工具，简化重复操作步骤</a:t>
            </a:r>
            <a:endParaRPr lang="zh-CN" altLang="en-US" sz="1600" b="0">
              <a:solidFill>
                <a:srgbClr val="000000"/>
              </a:solidFill>
            </a:endParaRPr>
          </a:p>
          <a:p>
            <a:pPr marL="0" inden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sym typeface="+mn-ea"/>
              </a:rPr>
              <a:t>5.</a:t>
            </a:r>
            <a:r>
              <a:rPr lang="zh-CN" altLang="en-US" sz="1600" b="0">
                <a:solidFill>
                  <a:srgbClr val="000000"/>
                </a:solidFill>
              </a:rPr>
              <a:t>保持良好作息，提升专注度与工作状态</a:t>
            </a:r>
            <a:endParaRPr lang="zh-CN" altLang="en-US" sz="1600" b="0">
              <a:solidFill>
                <a:srgbClr val="000000"/>
              </a:solidFill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570355" y="2266950"/>
          <a:ext cx="7414260" cy="2496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765"/>
                <a:gridCol w="1421765"/>
                <a:gridCol w="1421765"/>
                <a:gridCol w="1421765"/>
                <a:gridCol w="1727200"/>
              </a:tblGrid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工作项目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计划完成量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实际完成量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完成率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备注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文档撰写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15 </a:t>
                      </a:r>
                      <a:r>
                        <a:rPr lang="zh-CN" altLang="en-US"/>
                        <a:t>份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 </a:t>
                      </a:r>
                      <a:r>
                        <a:rPr lang="zh-CN" altLang="en-US"/>
                        <a:t>份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106.7%	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超额完成</a:t>
                      </a:r>
                      <a:r>
                        <a:rPr lang="en-US" altLang="zh-CN"/>
                        <a:t> 1 </a:t>
                      </a:r>
                      <a:r>
                        <a:rPr lang="zh-CN" altLang="en-US"/>
                        <a:t>份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数据整理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20 </a:t>
                      </a:r>
                      <a:r>
                        <a:rPr lang="zh-CN" altLang="en-US" sz="1800">
                          <a:sym typeface="+mn-ea"/>
                        </a:rPr>
                        <a:t>组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 </a:t>
                      </a:r>
                      <a:r>
                        <a:rPr lang="zh-CN" altLang="en-US"/>
                        <a:t>组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100%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按时按质完成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会议组织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 </a:t>
                      </a:r>
                      <a:r>
                        <a:rPr lang="zh-CN" altLang="en-US"/>
                        <a:t>场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 </a:t>
                      </a:r>
                      <a:r>
                        <a:rPr lang="zh-CN" altLang="en-US"/>
                        <a:t>场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100%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流程顺畅无延误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客户对接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 </a:t>
                      </a:r>
                      <a:r>
                        <a:rPr lang="zh-CN" altLang="en-US"/>
                        <a:t>家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 </a:t>
                      </a:r>
                      <a:r>
                        <a:rPr lang="zh-CN" altLang="en-US"/>
                        <a:t>家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90%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 </a:t>
                      </a:r>
                      <a:r>
                        <a:rPr lang="zh-CN" altLang="en-US"/>
                        <a:t>家待后续跟进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314825" y="4986655"/>
            <a:ext cx="192595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工作数据统计表</a:t>
            </a:r>
            <a:endParaRPr lang="zh-CN" alt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218430" y="297180"/>
            <a:ext cx="2581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月度工作完成情况统计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44625" y="938212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本月围绕核心业务推进各项工作，整体完成率达标，部分项目超额完成，后续将持续优化执行效率，保障下月目标顺利达成。</a:t>
            </a:r>
            <a:endParaRPr lang="zh-CN" altLang="en-US" sz="1600"/>
          </a:p>
        </p:txBody>
      </p:sp>
      <p:graphicFrame>
        <p:nvGraphicFramePr>
          <p:cNvPr id="7" name="表格 6"/>
          <p:cNvGraphicFramePr/>
          <p:nvPr/>
        </p:nvGraphicFramePr>
        <p:xfrm>
          <a:off x="1570355" y="2080260"/>
          <a:ext cx="7414260" cy="2496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765"/>
                <a:gridCol w="1421765"/>
                <a:gridCol w="1421765"/>
                <a:gridCol w="1421765"/>
                <a:gridCol w="1727200"/>
              </a:tblGrid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工作项目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计划完成量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实际完成量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完成率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备注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文档撰写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15 </a:t>
                      </a:r>
                      <a:r>
                        <a:rPr lang="zh-CN" altLang="en-US"/>
                        <a:t>份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16 </a:t>
                      </a:r>
                      <a:r>
                        <a:rPr lang="zh-CN" altLang="en-US"/>
                        <a:t>份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106.7%	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超额完成</a:t>
                      </a:r>
                      <a:r>
                        <a:rPr lang="en-US" altLang="zh-CN"/>
                        <a:t> 1 </a:t>
                      </a:r>
                      <a:r>
                        <a:rPr lang="zh-CN" altLang="en-US"/>
                        <a:t>份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数据整理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20 </a:t>
                      </a:r>
                      <a:r>
                        <a:rPr lang="zh-CN" altLang="en-US" sz="1800">
                          <a:sym typeface="+mn-ea"/>
                        </a:rPr>
                        <a:t>组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 </a:t>
                      </a:r>
                      <a:r>
                        <a:rPr lang="zh-CN" altLang="en-US"/>
                        <a:t>组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100%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按时按质完成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会议组织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 </a:t>
                      </a:r>
                      <a:r>
                        <a:rPr lang="zh-CN" altLang="en-US"/>
                        <a:t>场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 </a:t>
                      </a:r>
                      <a:r>
                        <a:rPr lang="zh-CN" altLang="en-US"/>
                        <a:t>场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100%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流程顺畅无延误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464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客户对接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 </a:t>
                      </a:r>
                      <a:r>
                        <a:rPr lang="zh-CN" altLang="en-US"/>
                        <a:t>家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 </a:t>
                      </a:r>
                      <a:r>
                        <a:rPr lang="zh-CN" altLang="en-US"/>
                        <a:t>家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90%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 </a:t>
                      </a:r>
                      <a:r>
                        <a:rPr lang="zh-CN" altLang="en-US"/>
                        <a:t>家待后续跟进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314825" y="4799965"/>
            <a:ext cx="192595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工作数据统计表</a:t>
            </a:r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1571625" y="5360352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本月围绕核心业务推进各项工作，整体完成率达标，部分项目超额完成，后续将持续优化执行效率，保障下月目标顺利达成。</a:t>
            </a:r>
            <a:endParaRPr lang="zh-CN" altLang="en-US" sz="1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59*146"/>
  <p:tag name="TABLE_ENDDRAG_RECT" val="131*186*559*146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</Words>
  <Application>WPS 演示</Application>
  <PresentationFormat>宽屏</PresentationFormat>
  <Paragraphs>118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.【魏〉</cp:lastModifiedBy>
  <cp:revision>5</cp:revision>
  <dcterms:created xsi:type="dcterms:W3CDTF">2023-08-09T12:44:00Z</dcterms:created>
  <dcterms:modified xsi:type="dcterms:W3CDTF">2026-04-07T07:18:11Z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29BFCB6540F2462A8DF672B60A34FAD2_12</vt:lpwstr>
  </property>
</Properties>
</file>